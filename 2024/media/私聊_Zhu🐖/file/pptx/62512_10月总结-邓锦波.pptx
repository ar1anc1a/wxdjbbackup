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1B9DA-DC68-430C-8F2F-E9635D671860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946FC-CCC4-4BEE-A06A-49D524FB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57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F260F-BCD3-C3AE-B85C-9C1017BD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CFE915-3138-5197-9473-5FFA2311C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13AA7A-5239-F0BE-8CDC-5C83838A6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50EA57-8B59-AD2A-6E4C-BE432BDDD4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5C37B-E5A8-499D-9921-949A2453D5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9826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909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52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85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267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657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86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798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7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87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513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11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34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A48A4-1B9F-B6B7-19BA-EB4FFCC02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951F60-F556-4A94-1782-F2676B2B7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27384"/>
            <a:ext cx="9144000" cy="648072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zh-CN" altLang="en-US" sz="3600" dirty="0"/>
              <a:t>产业转化组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49F1E4-3059-DA22-A8E9-6027570E18E2}"/>
              </a:ext>
            </a:extLst>
          </p:cNvPr>
          <p:cNvSpPr/>
          <p:nvPr/>
        </p:nvSpPr>
        <p:spPr>
          <a:xfrm>
            <a:off x="1697496" y="692697"/>
            <a:ext cx="792088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BA2B5-9319-055A-91E9-ECA1B43C01AB}"/>
              </a:ext>
            </a:extLst>
          </p:cNvPr>
          <p:cNvSpPr txBox="1"/>
          <p:nvPr/>
        </p:nvSpPr>
        <p:spPr>
          <a:xfrm>
            <a:off x="432816" y="170382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邓锦波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4BFACB-2FBD-0622-ADBD-C42BC84798E5}"/>
              </a:ext>
            </a:extLst>
          </p:cNvPr>
          <p:cNvSpPr>
            <a:spLocks noGrp="1"/>
          </p:cNvSpPr>
          <p:nvPr/>
        </p:nvSpPr>
        <p:spPr>
          <a:xfrm>
            <a:off x="2747744" y="1109230"/>
            <a:ext cx="7581000" cy="5040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月总结：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1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，对比不同</a:t>
            </a:r>
            <a:r>
              <a:rPr lang="en-US" altLang="zh-CN" sz="1800" dirty="0" err="1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ph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缓冲物质调节后，三菌株（大肠工程菌、枯草芽孢杆菌、</a:t>
            </a:r>
            <a:endParaRPr lang="en-US" altLang="zh-CN" sz="18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木醋杆菌）混合发酵对壳聚糖的降解效果（完成）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2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，进行木醋杆菌对几丁质的脱矿实验（进行中）</a:t>
            </a:r>
            <a:endParaRPr lang="en-US" altLang="zh-CN" sz="18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3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，分析表达构建表达几丁质脱乙酰酶基因的工程菌酶切位点和非蛋白</a:t>
            </a:r>
            <a:endParaRPr lang="en-US" altLang="zh-CN" sz="18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编码序列（完成）</a:t>
            </a:r>
            <a:endParaRPr lang="en-US" altLang="zh-CN" sz="18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月计划：</a:t>
            </a:r>
          </a:p>
          <a:p>
            <a:pPr algn="l"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1，利用生物膜促进三菌共培养条件的优化</a:t>
            </a:r>
          </a:p>
          <a:p>
            <a:pPr algn="l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，构建表达几丁质脱乙酰酶的工程菌，对比脱乙酰效果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algn="l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  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进行壳聚糖的脱矿、脱蛋白实验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algn="l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月计划：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lang="zh-CN" altLang="en-US" sz="18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继续壳聚糖全生物转化的相关实验，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整理实验数据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，继续综述写作</a:t>
            </a:r>
            <a:endParaRPr lang="en-US" altLang="zh-CN" sz="18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66353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2310</TotalTime>
  <Words>162</Words>
  <Application>Microsoft Office PowerPoint</Application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宋体</vt:lpstr>
      <vt:lpstr>Arial</vt:lpstr>
      <vt:lpstr>Calibri</vt:lpstr>
      <vt:lpstr>1_Office 主题</vt:lpstr>
      <vt:lpstr>产业转化组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肠道微生物组</dc:title>
  <dc:creator>bobo D</dc:creator>
  <cp:lastModifiedBy>肇昱 曹</cp:lastModifiedBy>
  <cp:revision>75</cp:revision>
  <dcterms:created xsi:type="dcterms:W3CDTF">2023-09-28T01:48:32Z</dcterms:created>
  <dcterms:modified xsi:type="dcterms:W3CDTF">2024-11-02T11:39:00Z</dcterms:modified>
</cp:coreProperties>
</file>