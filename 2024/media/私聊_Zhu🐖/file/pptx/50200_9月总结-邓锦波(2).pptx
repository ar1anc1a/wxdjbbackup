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2" y="5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1B9DA-DC68-430C-8F2F-E9635D671860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946FC-CCC4-4BEE-A06A-49D524FB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57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5C37B-E5A8-499D-9921-949A2453D5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35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909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52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85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267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657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86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798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7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87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513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11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2024/9/27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34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-27384"/>
            <a:ext cx="9144000" cy="648072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zh-CN" altLang="en-US" sz="3600" dirty="0"/>
              <a:t>产业转化组</a:t>
            </a:r>
          </a:p>
        </p:txBody>
      </p:sp>
      <p:sp>
        <p:nvSpPr>
          <p:cNvPr id="9" name="矩形 8"/>
          <p:cNvSpPr/>
          <p:nvPr/>
        </p:nvSpPr>
        <p:spPr>
          <a:xfrm>
            <a:off x="1697496" y="692697"/>
            <a:ext cx="792088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2816" y="170382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邓锦波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67FD17-B373-FAD3-5F13-571D9D980011}"/>
              </a:ext>
            </a:extLst>
          </p:cNvPr>
          <p:cNvSpPr>
            <a:spLocks noGrp="1"/>
          </p:cNvSpPr>
          <p:nvPr/>
        </p:nvSpPr>
        <p:spPr>
          <a:xfrm>
            <a:off x="2747744" y="1109230"/>
            <a:ext cx="7581000" cy="5040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月总结：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1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，进行不同培养条件下三菌株（大肠工程菌、枯草芽孢杆菌、木醋杆菌）的混合发酵实验，确定三菌株共存的条件（完成）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2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，不同的培养基组分下，对比三菌株混合培养时的壳聚糖降解效果（完成）</a:t>
            </a:r>
            <a:endParaRPr lang="en-US" altLang="zh-CN" sz="18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3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，不同的发酵周期下，三菌株共存的壳聚糖降解实验（完成）</a:t>
            </a:r>
            <a:endParaRPr lang="en-US" altLang="zh-CN" sz="18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4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，继续三菌株混合发酵的条件优化实验（进行中）</a:t>
            </a:r>
            <a:endParaRPr lang="en-US" altLang="zh-CN" sz="18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月计划：</a:t>
            </a:r>
          </a:p>
          <a:p>
            <a:pPr algn="l"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1，对比五种表达不同几丁质脱乙酰酶基因的工程菌中，确定脱乙酰效果最好的菌株</a:t>
            </a:r>
          </a:p>
          <a:p>
            <a:pPr algn="l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进行壳聚糖的脱矿、脱蛋白实验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algn="l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 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继续功能性糖对肠道微生物影响的综述写作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月计划：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继续壳聚糖全生物转化的相关实验，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整理实验数据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，继续综述写作</a:t>
            </a:r>
            <a:endParaRPr lang="en-US" altLang="zh-CN" sz="18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10-12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月论文计划：准备论文前言、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实验方法部分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557829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2271</TotalTime>
  <Words>196</Words>
  <Application>Microsoft Office PowerPoint</Application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宋体</vt:lpstr>
      <vt:lpstr>Arial</vt:lpstr>
      <vt:lpstr>Calibri</vt:lpstr>
      <vt:lpstr>1_Office 主题</vt:lpstr>
      <vt:lpstr>产业转化组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肠道微生物组</dc:title>
  <dc:creator>bobo D</dc:creator>
  <cp:lastModifiedBy>bobo D</cp:lastModifiedBy>
  <cp:revision>68</cp:revision>
  <dcterms:created xsi:type="dcterms:W3CDTF">2023-09-28T01:48:32Z</dcterms:created>
  <dcterms:modified xsi:type="dcterms:W3CDTF">2024-09-27T09:15:33Z</dcterms:modified>
</cp:coreProperties>
</file>