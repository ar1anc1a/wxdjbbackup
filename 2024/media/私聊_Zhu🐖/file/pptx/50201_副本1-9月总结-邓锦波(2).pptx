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5" r:id="rId3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2" y="5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1B9DA-DC68-430C-8F2F-E9635D6718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946FC-CCC4-4BEE-A06A-49D524FBD8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5C37B-E5A8-499D-9921-949A2453D5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14:cpLocks xmlns:a14="http://schemas.microsoft.com/office/drawing/2010/main"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1524000" y="-27384"/>
            <a:ext cx="9144000" cy="648072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zh-CN" altLang="en-US" sz="3600" dirty="0"/>
              <a:t>产业转化组</a:t>
            </a:r>
            <a:endParaRPr lang="zh-CN" altLang="en-US" sz="3600" dirty="0"/>
          </a:p>
        </p:txBody>
      </p:sp>
      <p:sp>
        <p:nvSpPr>
          <p:cNvPr id="9" name="矩形 8"/>
          <p:cNvSpPr/>
          <p:nvPr/>
        </p:nvSpPr>
        <p:spPr>
          <a:xfrm>
            <a:off x="1697496" y="692697"/>
            <a:ext cx="792088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2816" y="17038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  <a:cs typeface="+mn-cs"/>
              </a:rPr>
              <a:t>邓锦波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/>
        </p:nvSpPr>
        <p:spPr>
          <a:xfrm>
            <a:off x="2747744" y="1109230"/>
            <a:ext cx="7581000" cy="50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charset="-122"/>
                <a:ea typeface="宋体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月总结：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  1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，进行不同培养条件下三菌株（大肠工程菌、枯草芽孢杆菌、木醋杆菌）的混合发酵实验，确定三菌株共存的条件（完成）</a:t>
            </a:r>
            <a:endParaRPr lang="zh-CN" altLang="en-US" sz="1800" dirty="0">
              <a:solidFill>
                <a:sysClr val="windowText" lastClr="000000"/>
              </a:solidFill>
              <a:latin typeface="宋体" charset="-122"/>
              <a:ea typeface="宋体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  2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，不同的培养基组分下，对比三菌株混合培养时的壳聚糖降解效果（完成）</a:t>
            </a:r>
            <a:endParaRPr lang="en-US" altLang="zh-CN" sz="1800" dirty="0">
              <a:solidFill>
                <a:sysClr val="windowText" lastClr="000000"/>
              </a:solidFill>
              <a:latin typeface="宋体" charset="-122"/>
              <a:ea typeface="宋体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  3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，不同的发酵周期下，三菌株共存的壳聚糖降解实验（完成）</a:t>
            </a:r>
            <a:endParaRPr lang="en-US" altLang="zh-CN" sz="1800" dirty="0">
              <a:solidFill>
                <a:sysClr val="windowText" lastClr="000000"/>
              </a:solidFill>
              <a:latin typeface="宋体" charset="-122"/>
              <a:ea typeface="宋体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  4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  <a:sym typeface="+mn-ea"/>
              </a:rPr>
              <a:t>，继续三菌株混合发酵的条件优化实验（进行中）</a:t>
            </a:r>
            <a:endParaRPr lang="en-US" altLang="zh-CN" sz="1800" dirty="0">
              <a:solidFill>
                <a:sysClr val="windowText" lastClr="000000"/>
              </a:solidFill>
              <a:latin typeface="宋体" charset="-122"/>
              <a:ea typeface="宋体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月计划：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  <a:p>
            <a:pPr algn="l"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 1，对比五种表达不同几丁质脱乙酰酶基因的工程菌中，确定脱乙酰效果最好的菌株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，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</a:rPr>
              <a:t>进行壳聚糖的脱矿、脱蛋白实验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  <a:sym typeface="+mn-ea"/>
              </a:rPr>
              <a:t>  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  <a:sym typeface="+mn-ea"/>
              </a:rPr>
              <a:t>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继续功能性糖对肠道微生物影响的综述写作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月计划：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，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charset="-122"/>
                <a:ea typeface="宋体" charset="-122"/>
              </a:rPr>
              <a:t>继续壳聚糖全生物转化的相关实验，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整理实验数据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，继续综述写作</a:t>
            </a:r>
            <a:endParaRPr lang="en-US" altLang="zh-CN" sz="1800" dirty="0">
              <a:solidFill>
                <a:sysClr val="windowText" lastClr="000000"/>
              </a:solidFill>
              <a:latin typeface="宋体" charset="-122"/>
              <a:ea typeface="宋体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月论文计划：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整理文章思路和大纲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16</Paragraphs>
  <Slides>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Calibri</vt:lpstr>
      <vt:lpstr>等线</vt:lpstr>
      <vt:lpstr>1_Office 主题</vt:lpstr>
      <vt:lpstr>产业转化组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肠道微生物组</dc:title>
  <dc:creator>bobo D</dc:creator>
  <cp:lastModifiedBy>Galaxy S24</cp:lastModifiedBy>
  <cp:revision>68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B41A36EF343EE1F323F4F7667B1465B6_32</vt:lpwstr>
  </property>
  <property fmtid="{D5CDD505-2E9C-101B-9397-08002B2CF9AE}" pid="3" name="KSOProductBuildVer">
    <vt:lpwstr>2052-11.33.82</vt:lpwstr>
  </property>
</Properties>
</file>